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  <a:r>
              <a:t>ARR 上升 vs 现金下降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Q2 LY</c:v>
                </c:pt>
                <c:pt idx="1">
                  <c:v>Q1</c:v>
                </c:pt>
                <c:pt idx="2">
                  <c:v>Q2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110</c:v>
                </c:pt>
                <c:pt idx="2">
                  <c:v>120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Cash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Q2 LY</c:v>
                </c:pt>
                <c:pt idx="1">
                  <c:v>Q1</c:v>
                </c:pt>
                <c:pt idx="2">
                  <c:v>Q2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36</c:v>
                </c:pt>
                <c:pt idx="1">
                  <c:v>31</c:v>
                </c:pt>
                <c:pt idx="2">
                  <c:v>28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提及次数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上线慢</c:v>
                </c:pt>
                <c:pt idx="1">
                  <c:v>AI 摘要准确性</c:v>
                </c:pt>
                <c:pt idx="2">
                  <c:v>价格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CEO OFFICE ｜ BOARD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ARR 在涨，质量在变差：请批三项决定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ARR 120（测算 QoQ +9.1%）但 NRR 104%、流失 2.8%、跑道测算 9.3 个月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D1 批准 2 名上线经理试点（年成本 0.36m），不把 10 周→7 周当已验证承诺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D2 批准高级 SLA 工程 0.25m，最早 Q4；不向客户承诺 99.95% 直至产品与合同完成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D3 否决全体客户立即提价 8%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禁止对外承诺 AI 8/15 或 9/15；销售材料 8/15 产品未批准；离线准确率 88%，门槛 92%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董事会材料 ｜ 与备忘录、XLSX 数字一致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经营质量：不是只报 ARR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5"/>
                </a:solidFill>
                <a:latin typeface="Microsoft YaHei"/>
                <a:ea typeface="Microsoft YaHei"/>
                <a:cs typeface="Microsoft YaHei"/>
              </a:rPr>
              <a:t>事实；金额百万美元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97280"/>
          <a:ext cx="6583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Q2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Q1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Q2 LY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ARR ($m)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NRR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104%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110%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112%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Gross Margin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Logo Churn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New Logos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Cash ($m)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Monthly Burn ($m)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132320" y="1097280"/>
          <a:ext cx="46634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93776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测算：ARR QoQ +9.1%、YoY +26.3%；NRR −6pp；毛利率 −4pp；流失 +0.9pp；新客 logo −27.3%；现金 −9.7%；跑道 Q2 28/3.0=9.3 月 vs Q1 12.4 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董事会材料 ｜ 与备忘录、XLSX 数字一致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5"/>
                </a:solidFill>
                <a:latin typeface="Microsoft YaHei"/>
                <a:ea typeface="Microsoft YaHei"/>
                <a:cs typeface="Microsoft YaHei"/>
              </a:rPr>
              <a:t>访谈 ≠ 普查；10 个流失访谈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188720"/>
          <a:ext cx="68580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137160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五家企业要 99.95% SLA，当前标准 99.9%。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其中两家愿为高级 SLA 付费。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销售建议全体提价 8%，未提供流失弹性。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理论年化毛增量 0.08×120=9.6m，未考虑流失、折扣、时点。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董事会材料 ｜ 与备忘录、XLSX 数字一致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产品与法务约束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5"/>
                </a:solidFill>
                <a:latin typeface="Microsoft YaHei"/>
                <a:ea typeface="Microsoft YaHei"/>
                <a:cs typeface="Microsoft YaHei"/>
              </a:rPr>
              <a:t>事实、管理层判断、建议分开；不得做未授权承诺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AI 模块：销售材料曾写 8 月 15 日，产品未批准；内部目标 9 月 15 日。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离线测试准确率 88%，上线门槛 92% → 不能对外承诺日期。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法务：自动续约通知仅提前 30 天，两地区内部政策要求至少 60 天，须在下轮续约前改流程。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SLA 现状 99.9%。高级 SLA 最早 Q4，定价未定。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董事会材料 ｜ 与备忘录、XLSX 数字一致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决策情景（与 XLSX Decision_Scenarios 一致）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097280"/>
          <a:ext cx="115214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12344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声称收益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 上线经理×2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0.36m/年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周→7 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过去项目估计，未经试点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批为试点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D2 高级 SLA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0.25m 一次性，最早 Q4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产品化 99.95%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定价未知；两家愿付费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批工程，不批对外承诺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 全员+8%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直接成本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理论 +9.6m ARR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无弹性；与流失/NRR 冲突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董事会材料 ｜ 与备忘录、XLSX 数字一致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现金、未知项与附件索引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5"/>
                </a:solidFill>
                <a:latin typeface="Microsoft YaHei"/>
                <a:ea typeface="Microsoft YaHei"/>
                <a:cs typeface="Microsoft YaHei"/>
              </a:rPr>
              <a:t>三件文件数字必须一致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跑道测算 28/3.0=9.3 个月。D1+D2 合计 0.61m，不显著改变跑道数量级。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附录 XLSX：KPI、Calculations、Decision_Scenarios。公式可追踪。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未知：提价弹性、AI 达 92% 的日期、SLA 定价。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请表决 D1 / D2（附带不得对客户承诺日期与 SLA）/ D3 否决立即全量提价。另授权法务把续约通知改到 ≥60 天。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董事会材料 ｜ 与备忘录、XLSX 数字一致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