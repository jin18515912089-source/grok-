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第3年收入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18</c:v>
                </c:pt>
                <c:pt idx="2">
                  <c:v>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概率调整收入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14.3</c:v>
                </c:pt>
                <c:pt idx="1">
                  <c:v>14.4</c:v>
                </c:pt>
                <c:pt idx="2">
                  <c:v>14.3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BOARD DECISION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请批准 Beta（美国 B2B）为主方案，Alpha 为不超过 0.8 百万元的验证试点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主方案唯一：Beta 美国 B2B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保留备选：Alpha 德国 D2C，试点预算 ≤0.8 百万元，不建运营团队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不选 Gamma 作主方案：初始投资 12&gt;8，必须另行融资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约束：18 个月投资上限 8；希望 24 个月内盈亏平衡；团队无跨境消费者运营经验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概率调整收入几乎打平，不是选型依据（不等于期望利润）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增长战略选项 ｜ 董事会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三方案一览（百万元）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5"/>
                </a:solidFill>
                <a:latin typeface="Microsoft YaHei"/>
                <a:ea typeface="Microsoft YaHei"/>
                <a:cs typeface="Microsoft YaHei"/>
              </a:rPr>
              <a:t>硬约束：投资≤8、BE≤24 个月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97280"/>
          <a:ext cx="115214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Alpha 德国 D2C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Beta 美国 B2B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Gamma 收购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CAGR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初始投资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盈亏平衡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30 月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18 月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交割后即期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第3年收入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成功概率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监管 / 执行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 / 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 / 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 / 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客户渠道复用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18个月预算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不通过（须融资）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24个月BE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不通过（30月）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通过（即期）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增长战略选项 ｜ 董事会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定量比较：概率调整收入几乎相同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5"/>
                </a:solidFill>
                <a:latin typeface="Microsoft YaHei"/>
                <a:ea typeface="Microsoft YaHei"/>
                <a:cs typeface="Microsoft YaHei"/>
              </a:rPr>
              <a:t>概率调整收入 = 第3年收入 × 成功概率。这是比较工具，不等于期望利润，未扣投资/成本/资本成本，也不是 NPV。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188720"/>
          <a:ext cx="71323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137160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Alpha 22 × 65% = 14.3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Beta 18 × 80% = 14.4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Gamma 26 × 55% = 14.3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三者几乎打平，所以用约束和风险分胜负。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Beta 投资 3、BE 18 月，落在 24 月意愿内。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Alpha BE 30 月超出。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Gamma 即期 BE，但 12 的资金不在现有 8 的口袋里。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增长战略选项 ｜ 董事会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风险与能力匹配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5"/>
                </a:solidFill>
                <a:latin typeface="Microsoft YaHei"/>
                <a:ea typeface="Microsoft YaHei"/>
                <a:cs typeface="Microsoft YaHei"/>
              </a:rPr>
              <a:t>不要把 TAM 最大（Alpha 900）当成已赢市场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Beta：监管低、执行低、复用高——与“无跨境消费者经验”相容（B2B 可复用现有客户/渠道）。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Alpha：D2C 消费者运营经验缺口大，执行中、复用低；即便试点成功，全面铺开仍缺能力。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Gamma：执行高、须另融资；整合风险高。若要收购，需单独立融资讨论，本次主方案不纳入。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成功概率为题内给定，非自估。试点 0.8 建议计入 8 以内以免超支（是否单列未知）。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增长战略选项 ｜ 董事会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主推荐逻辑：唯一同时满足三条硬约束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5"/>
                </a:solidFill>
                <a:latin typeface="Microsoft YaHei"/>
                <a:ea typeface="Microsoft YaHei"/>
                <a:cs typeface="Microsoft YaHei"/>
              </a:rPr>
              <a:t>否决 Alpha 作主方案是因为 BE 30 月与能力缺口，不是收入数字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唯一同时满足：投资 ≤8、BE ≤24 月、不依赖跨境消费者能力、不强制融资。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第3年收入 Beta 低于 Gamma，但可执行性与成功概率最高（80%）。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Gamma 因 12&gt;8 不能主推。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Alpha 因 BE 30&gt;24 且团队无跨境消费者运营经验，不能主推。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增长战略选项 ｜ 董事会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实施路线图（Beta 主方案 + Alpha 试点）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5"/>
                </a:solidFill>
                <a:latin typeface="Microsoft YaHei"/>
                <a:ea typeface="Microsoft YaHei"/>
                <a:cs typeface="Microsoft YaHei"/>
              </a:rPr>
              <a:t>Gamma 不启动，除非董事会另批融资路径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资金/门槛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0–3 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美国 B2B 管道验证、定价、合规清单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投资节奏 ≤3 的首期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3–12 月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复用现有客户/渠道打样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里程碑=签约与实施产能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12–18 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冲刺盈亏平衡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目标第 18 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18–24 月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若未 BE，启动收缩而非加码 Alpha/Gamma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不追加超预算投资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并行试点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Alpha 小规模 D2C 假设检验（获客成本、履约）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≤0.8；18 个月复盘是否升格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Gamma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不启动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须另行融资讨论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增长战略选项 ｜ 董事会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附录、待确认与表决票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5"/>
                </a:solidFill>
                <a:latin typeface="Microsoft YaHei"/>
                <a:ea typeface="Microsoft YaHei"/>
                <a:cs typeface="Microsoft YaHei"/>
              </a:rPr>
              <a:t>未知：各方案成本结构、税率、协同、收购倍数拆分、融资条件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公式：概率调整收入 = 第3年收入 × 成功概率。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无折现、无成本，故不做 NPV。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请表决：1) 批准 Beta 主方案；2) 批准 Alpha ≤0.8 试点；3) 搁置 Gamma。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增长战略选项 ｜ 董事会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