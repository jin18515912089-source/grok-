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PRODUCT MARKETING ｜ SALES ENABLEMENT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FocusFlow Enterprise：让任务、会议行动和项目阻塞可见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目标客户：500 人以上专业服务和软件企业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买方：COO、IT、部门负责人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痛点：跨团队任务不可见、会议后行动丢失、管理者无法判断项目阻塞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禁句：保证提升生产率、完全合规；无客户案例名称可引用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FocusFlow Enterprise 销售赋能 ｜ 可编辑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功能与边界（如实）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5"/>
                </a:solidFill>
                <a:latin typeface="Microsoft YaHei"/>
                <a:ea typeface="Microsoft YaHei"/>
                <a:cs typeface="Microsoft YaHei"/>
              </a:rPr>
              <a:t>尚未取得 HIPAA 认证——医疗/PHI 场景不得承诺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不提供 / 未认证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会议纪要转行动项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HIPAA 认证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跨项目仪表板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保证提升生产率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完全合规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审计日志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未提供的客户 logo / 案例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数据驻留可选新加坡或法兰克福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试用含生产数据迁移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FocusFlow Enterprise 销售赋能 ｜ 可编辑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已批准证据（必须带限定）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12 家试点客户中位数：逾期行动项下降 22%；统计窗口 8 周；样本未经独立审计。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正确讲法：在 12 家试点、8 周窗口内，逾期行动项中位数下降 22%（未经独立审计）。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错误讲法：保证生产率、扩大到所有客户、暗示审计通过。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FocusFlow Enterprise 销售赋能 ｜ 可编辑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发现问题清单（Discovery）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会议后行动目前如何追踪？丢失率如何衡量？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管理者能否在一个仪表板看到跨项目阻塞？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现有工具是否覆盖会议→行动闭环，还是只有任务列表？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SSO、审计日志、数据驻留地是否为采购门槛？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是否涉及 HIPAA/PHI？（若是，当前不能作为合规方案出售。）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席位数是否 ≥500（标准版）或 ≥800（Plus）？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是否接受 30 天试用最多 100 席、不含生产数据迁移？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FocusFlow Enterprise 销售赋能 ｜ 可编辑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异议处理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9728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95097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异议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回应边界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已有项目管理工具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承认不替代所有 PM 工具；聚焦会议行动丢失与跨项目阻塞；用试点中位数 22% 并加限定。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担心数据迁移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 天试用不含生产数据迁移；驻留地可选新加坡或法兰克福；迁移范围需单独立项。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员工不愿学新工具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不保证采用率；建议先用试用 100 席验证工作流。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价格高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回到最低席位与年预付结构；折扣不得超过规则（见报价页）。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FocusFlow Enterprise 销售赋能 ｜ 可编辑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报价与商务规则（必须准确）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338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5"/>
                </a:solidFill>
                <a:latin typeface="Microsoft YaHei"/>
                <a:ea typeface="Microsoft YaHei"/>
                <a:cs typeface="Microsoft YaHei"/>
              </a:rPr>
              <a:t>销售可自行批准最高 8%；8%–15% 需销售副总裁；超过 15% 不允许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10972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单价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最低席位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含什么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测算年费下限</a:t>
                      </a:r>
                    </a:p>
                  </a:txBody>
                  <a:tcPr anchor="ctr">
                    <a:solidFill>
                      <a:srgbClr val="0F2C59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 美元/用户/月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500，按年预付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标准功能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18×500×12 = 108,000 美元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Enterprise Plus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 美元/用户/月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800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高级审计 + 专属成功经理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25×800×12 = 240,000 美元</a:t>
                      </a:r>
                    </a:p>
                  </a:txBody>
                  <a:tcPr anchor="ctr">
                    <a:solidFill>
                      <a:srgbClr val="F4F6F8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试用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最多 100 席 / 30 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不含生产数据迁移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33A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FocusFlow Enterprise 销售赋能 ｜ 可编辑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赢单检查与禁句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禁句：保证提升生产率、完全合规、HIPAA 已认证、未提供的客户 logo/案例。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出单前：买方角色、驻留地、是否 PHI、席位门槛、折扣级、试用范围均已记录。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333A44"/>
                </a:solidFill>
                <a:latin typeface="Microsoft YaHei"/>
                <a:ea typeface="Microsoft YaHei"/>
                <a:cs typeface="Microsoft YaHei"/>
              </a:rPr>
              <a:t>下一步 CTA：合格账户安排试用（≤100 席）或 Plus 评估。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FocusFlow Enterprise 销售赋能 ｜ 可编辑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5379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470"/>
                </a:solidFill>
                <a:latin typeface="Microsoft YaHei"/>
                <a:ea typeface="Microsoft YaHei"/>
                <a:cs typeface="Microsoft YaHe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