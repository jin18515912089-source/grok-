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15 分钟信息安全培训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收到可疑邮件时，你只做三件事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不点链接、不打开附件、不回复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用邮件客户端“报告钓鱼”按钮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若已输入密码，立即致电 IT 服务台 7000 并重置密码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反钓鱼培训 15 分钟 ｜ 非技术员工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379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公司政策原文，请照做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6E5"/>
                </a:solidFill>
                <a:latin typeface="Microsoft YaHei"/>
                <a:ea typeface="Microsoft YaHei"/>
                <a:cs typeface="Microsoft YaHei"/>
              </a:rPr>
              <a:t>IT 永远不会通过邮件索取密码或 MFA 验证码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可疑邮件：不要点击链接、不要打开附件、不要回复。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举报：只使用“报告钓鱼”按钮。没有其他举报渠道。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已输入密码：立即致电 7000 并重置密码。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付款请求：电话回拨已知号码向请求人核实（不要用邮件里的电话）。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禁止：自行转发可疑邮件；点击链接“验证一下”。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反钓鱼培训 15 分钟 ｜ 非技术员工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379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看起来像真的，仍然危险（示例2）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6E5"/>
                </a:solidFill>
                <a:latin typeface="Microsoft YaHei"/>
                <a:ea typeface="Microsoft YaHei"/>
                <a:cs typeface="Microsoft YaHei"/>
              </a:rPr>
              <a:t>正常语气 + 正常发件人，也可以是真威胁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长期合作供应商从正常邮箱发来新银行账户通知，要求今天付款，附件 PDF，语气正常。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为何危险：账户变更 + 紧迫付款是商务邮件欺诈典型结构；正常发件箱也可能被盗用。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正确动作：不打开附件、不回复；报告钓鱼；用已知号码回拨核实。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高亮信号：新账户、今天、PDF 附件。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反钓鱼培训 15 分钟 ｜ 非技术员工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379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其他三例速判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示例1：it-support@novacIoud.com（大写 i），30 分钟停用，链接文字像公司域名、悬停为陌生短链 → 钓鱼。不点击，报告钓鱼。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示例3：HR 系统通知看工资单，域名/链接/登录页与书签一致，未索取验证码 → 当前信息下像正规通知。仍建议走书签而非邮件链接。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示例4：“CEO”出差要买礼品卡并把卡号回邮件、强调保密 → 典型权威+保密欺诈。不回复、报告钓鱼。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示例1 的 novacIoud 是字形欺骗（I 与 l）。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反钓鱼培训 15 分钟 ｜ 非技术员工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379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互动题 1（先不要看答案页）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2C59"/>
                </a:solidFill>
                <a:latin typeface="Microsoft YaHei"/>
                <a:ea typeface="Microsoft YaHei"/>
                <a:cs typeface="Microsoft YaHei"/>
              </a:rPr>
              <a:t>你收到 IT 邮件要你 30 分钟内点链接确认密码，否则停用。你怎么做？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972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A. 点链接看看是不是真的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B. 回复邮件问是不是 IT 发的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C. 不点击、不回复，点“报告钓鱼”；若已输入密码，打 7000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D. 把邮件转发给同事帮忙看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反钓鱼培训 15 分钟 ｜ 非技术员工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379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互动题 2（先不要看答案页）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2C59"/>
                </a:solidFill>
                <a:latin typeface="Microsoft YaHei"/>
                <a:ea typeface="Microsoft YaHei"/>
                <a:cs typeface="Microsoft YaHei"/>
              </a:rPr>
              <a:t>合作多年的供应商来信改银行账户，要今天付款，附件是 PDF。你怎么做？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972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A. 打开 PDF 核对账号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B. 按邮件里的新账号付款以免断供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C. 不打开附件；报告钓鱼；用已知号码回拨对方核实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D. 回复“请再发一次公章文件”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反钓鱼培训 15 分钟 ｜ 非技术员工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379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答案页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题1 答案：C。A 违反“不要点击”；B 违反“不要回复”；D 不是政策渠道，且可能扩散风险。政策渠道只有“报告钓鱼”和 7000。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题2 答案：C。付款类必须回拨已知号码；A/B/D 都会进入攻击者流程。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补充：IT 不会用邮件要密码或 MFA。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反钓鱼培训 15 分钟 ｜ 非技术员工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379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90 秒行动卡（带走）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停：不点、不打开、不回。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报：报告钓鱼。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呼：已输密码 → 7000 + 重置；付款 → 回拨已知号码。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没有其他举报渠道。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反钓鱼培训 15 分钟 ｜ 非技术员工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379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