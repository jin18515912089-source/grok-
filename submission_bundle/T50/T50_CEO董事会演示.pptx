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 董事会材料 · 综合汇报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27432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核心结论：ARR 增长但质量走弱（NRR 104%、Logo Churn 2.8%、Gross Margin 68%）；三项决定待董事会拍板。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经营概览（KPI）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Q2 LY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ARR($m)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NRR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Gross Margin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Logo Churn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New Logos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Cash($m)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Monthly Burn($m)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客户与销售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SLA 需求：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家客户要求 99.95% SLA（当前标准 99.9%），其中 2 家愿为高级 SLA 付费。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流失归因：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 10 个流失访谈：6 个提到上线慢、3 个 AI 摘要准确性、1 个价格。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提价建议（销售）：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全体提价 8%，但未提供流失弹性分析，风险高。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产品与法务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AI 模块：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内部目标 9/15；销售材料曾写 8/15（未经产品批准）。离线准确率 88%，上线门槛 92%。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续约通知合规：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现行自动续约通知仅提前 30 天，两个地区内部政策要求 ≥60 天，须在下轮续约前修正。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三项决定（方案）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01168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成本/影响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增上线经理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 名，上线期 10→7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年成本 0.36m，未经试点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高级 SLA 产品化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99.95% 产品化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一次性工程 0.25m，最早 Q4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全体提价 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理论 ARR 毛增量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年化 +9.6m，未计流失/折扣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决策请求与建议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现金跑道（测算）= 28 / 3.0 ≈ 9.3 个月。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建议：① 批准方案 2（高级 SLA 产品化，回应客户需求且有 2 家愿付费）；② 方案 1 做小规模试点再扩（未经试点）；③ 方案 3 暂缓，须先做流失弹性分析；④ 立即修正续约通知至 ≥60 天；⑤ 对 AI 模块时间与 SLA 不作未授权承诺。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2026-08-20T02:04:25Z</dcterms:created>
  <dcterms:modified xsi:type="dcterms:W3CDTF">2026-08-20T02:04:25Z</dcterms:modified>
</cp:coreProperties>
</file>