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增长战略选项 · 董事会演示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27432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决策请求：选定一个主增长方案，并决定是否保留备选/验证性试点。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三个方案概述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01168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Alpha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德国 D2C 直营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900, CAGR 8%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Beta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 B2B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600, CAGR 12%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Gamma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收购小众品牌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450, CAGR 5%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定量比较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概率调整收入仅为比较工具，不等于期望利润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7432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Alpha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Gamma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初始投资(百万)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第3年收入(百万)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成功概率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风险调整收入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盈亏平衡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第30月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第18月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交割后即期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风险调整收入 = 第3年收入 × 成功概率（测算）：Alpha 14.3、Beta 14.4、Gamma 14.3。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风险与执行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18288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Alpha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Gamma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整合/执行风险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现有客户/渠道复用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董事会约束校验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18 个月最多投入 8 百万：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 5 ✓；Beta 3 ✓；Gamma 12 ✗（超限，须另行融资）。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24 个月内盈亏平衡：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 第18月 ✓；Gamma 即期 ✓；Alpha 第30月 ✗。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团队无跨境消费者运营经验：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Alpha（德国 D2C）执行风险相对高；Beta 复用现有渠道高。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主推荐与备选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主推荐：Beta（美国 B2B）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理由：风险调整收入最高（14.4）、成功概率最高（80%）、投资最低（3）、18 个月内盈亏平衡、监管与执行风险低、渠道复用高。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备选/试点：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可保留不超过 0.8 百万的验证性试点用于 Gamma（或 Alpha）的小规模验证，但 Gamma 主方案须另行融资、执行风险高，不作为主推荐。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实施路线图（Beta）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8412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阶段一（0–3月）：成立美国 B2B 团队，锁定首批渠道/客户。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阶段二（3–12月）：产品适配、试点客户、验证定价。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阶段三（12–18月）：规模扩展，目标第 18 月盈亏平衡。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决策请求：批准 Beta 为主方案；授权 ≤0.8 百万验证性试点。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2026-08-20T02:04:25Z</dcterms:created>
  <dcterms:modified xsi:type="dcterms:W3CDTF">2026-08-20T02:04:25Z</dcterms:modified>
</cp:coreProperties>
</file>