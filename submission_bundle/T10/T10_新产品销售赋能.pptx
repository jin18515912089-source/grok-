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FocusFlow Enterprise 上市赋能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2743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帮助销售识别客户、讲清价值、处理异议并准确报价。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目标客户与买方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目标客户：500 人以上的专业服务与软件企业。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主要买方：COO、IT、部门负责人。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核心痛点：跨团队任务不可见、会议后行动丢失、管理者无法判断项目阻塞。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19456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会议后行动丢失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会议纪要转行动项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跨团队任务不可见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跨项目仪表板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安全与合规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SSO、审计日志、数据驻留(新加坡/法兰克福)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注意：尚未取得 HIPAA 认证，不作医疗合规承诺。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定价与折扣审批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1645920"/>
                <a:gridCol w="25603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最低席数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美元/用户/月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按年预付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Enterprise Plus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 美元/用户/月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含高级审计与专属成功经理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折扣：≤8% 销售自批；8%–15% 需销售副总裁批准；&gt;15% 不允许。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试用条款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天试用：最多 100 席，不含生产数据迁移。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5669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常见异议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已有项目管理工具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强调会议纪要转行动项 + 跨项目仪表板的差异化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担心数据迁移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说明数据驻留选项与审计日志，提供迁移支持路径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员工不愿再学新工具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强调低学习成本与试点证据（逾期行动项中位下降 22%，样本未经独立审计）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按版本与席数准确报价，说明折扣审批边界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发现问题清单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决策人与部门？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COO/IT/部门负责人。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席数与版本？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500+/800+ 确定版本。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数据驻留要求？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新加坡/法兰克福。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合规要求？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SSO、审计日志；无 HIPAA。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时间线与预算？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试用→采购路径。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2026-08-20T02:04:25Z</dcterms:created>
  <dcterms:modified xsi:type="dcterms:W3CDTF">2026-08-20T02:04:25Z</dcterms:modified>
</cp:coreProperties>
</file>