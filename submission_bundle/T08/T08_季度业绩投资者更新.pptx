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Lumina Memory · Q4 业绩更新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265176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核心结论：表面超预期（收入/利润均超一致预期），但股价下跌 7%——因盈利质量（一次性处置收益 2.2 十亿）与指引质量（出货量 +4% 远低于 +8%~+10% 指引）双弱。评级：持有。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业绩质量：归一化 vs GAAP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单位：十亿美元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01752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一致预期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营业利润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GAAP 净利润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处置收益(税后)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归一化净利润(测算)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归一化净利润 = GAAP 5.6 − 处置收益 2.2 = 3.4（测算），略低于一致预期 3.5。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指引与运营质量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出货量同比 +4%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，公司此前指引 +8%~+10% —— 显著miss。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平均售价同比 +10%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，市场预期约 +7% —— 部分对冲。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下季度收入指引 13.2 十亿（±0.3），一致预期 12.8；毛利率指引 58%±1pp。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管理层称出货偏弱来自客户验收延后，尚无独立验证。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估值与评级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目标价（测算）：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 = CY2027 营业利润 22 × 8.0 = 176；加净现金 6 = 182；÷1.0 十亿股 = 182 美元。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当前股价 178 美元；目标回报（测算）= (182−178)/178 = +2.2%。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评级规则：&gt;+15% 买入；−10%~+15% 持有；&lt;−10% 卖出。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评级：持有（Hold）。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风险与关注点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出货量持续偏弱（需求 or 验收延后，需验证）。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客户验收延后解释未经独立验证。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一次性收益不可持续，归一化盈利承压。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关注下季度指引兑现与毛利率 58%±1pp 的落地。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2026-08-20T02:04:25Z</dcterms:created>
  <dcterms:modified xsi:type="dcterms:W3CDTF">2026-08-20T02:04:25Z</dcterms:modified>
</cp:coreProperties>
</file>