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收入</c:v>
                </c:pt>
              </c:strCache>
            </c:strRef>
          </c:tx>
          <c:spPr>
            <a:solidFill>
              <a:srgbClr val="8FAA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Core</c:v>
                  </c:pt>
                  <c:pt idx="1">
                    <c:v>Growth</c:v>
                  </c:pt>
                  <c:pt idx="2">
                    <c:v>Legacy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7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收入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Core</c:v>
                  </c:pt>
                  <c:pt idx="1">
                    <c:v>Growth</c:v>
                  </c:pt>
                  <c:pt idx="2">
                    <c:v>Legacy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</c:v>
                </c:pt>
                <c:pt idx="1">
                  <c:v>8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区域销售经营汇报 · Q2 业务回顾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28346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结论：Q2 总收入 31.0 百万元（环比 +10.7%），增长主要来自北美渠道伙伴；但毛利率 52.4%，处于 52% 底线附近，亚太与 Legacy 为质量拖累。下季度须在保增长 8% 的同时守住 52% 毛利。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区域趋势：增长来自哪里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单位：百万元人民币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219456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Q1 收入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Q2 收入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+20.0%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亚太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-10.0%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拉美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+40.0%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+10.7%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 +2.4 由两个渠道伙伴驱动；拉美低基数 +0.8；亚太在日本渠道更换期间流失 1.1。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产品组合与毛利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收入与毛利率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71600"/>
          <a:ext cx="3108960" cy="292608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Q2 收入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毛利率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Growth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Legacy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整体毛利率 52.4%（测算），略高于 52% 底线；Legacy 毛利 25% 且计划停售，是毛利拖累。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增长质量：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北美增长依赖两个渠道伙伴，集中度高；拉美为低基数增长，可持续性未知。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区域风险：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亚太因日本渠道更换流失 1.1 百万元（-10%），需评估渠道切换完成时间。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毛利压力：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Legacy 毛利仅 25%，且计划未来两季度停售，短期仍拖累整体毛利。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达标压力：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下季度需总收入环比 ≥8%（33.5 百万元）且毛利率 ≥52%，当前结构下需依靠 Core/Growth 增量并控制 Legacy。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行动计划：下季度优先级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放大北美渠道：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巩固两大渠道伙伴，目标贡献下季度主要增量。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止损亚太：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加速日本新渠道爬坡，挽回 1.1 百万元流失。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优化产品结构：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 Core/Growth 增长，按计划停售 Legacy 并管理过渡。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 守住毛利：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监控产品组合，确保整体毛利率 ≥52%。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附录：数据与方法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数据源：I06-A 区域收入、I06-B 产品组合、I06-C 经营背景。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毛利率为加权测算（各产品收入×毛利率/总收入）。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达标校验：下季度目标收入 = 31.0 × 1.08 = 33.5 百万元；毛利率底线 52%。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图表说明：柱状图与表格坐标从合理起点开始，未截断或误导。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2026-08-20T02:04:25Z</dcterms:created>
  <dcterms:modified xsi:type="dcterms:W3CDTF">2026-08-20T02:04:25Z</dcterms:modified>
</cp:coreProperties>
</file>