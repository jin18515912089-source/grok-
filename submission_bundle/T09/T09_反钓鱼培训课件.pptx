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反钓鱼培训 · 15 分钟速成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27432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目标：收到可疑邮件时，能立即采取正确行动。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识别可疑邮件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011680" cy="45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280160"/>
            <a:ext cx="84124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危险信号：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伪造发件人域名、紧急威胁语气、陌生短链、索取密码/验证码、异常付款请求。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记住：IT 永远不会通过邮件索取密码或 MFA 验证码。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正确处理流程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011680" cy="45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280160"/>
            <a:ext cx="8412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不要点击链接、不要打开附件、不要回复。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使用邮件客户端的“报告钓鱼”按钮。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若已输入密码：立即致电 IT 服务台 7000 并重置密码。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若涉及付款请求：同时电话回拨已知号码向请求人核实。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案例：看起来像真的，但仍危险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011680" cy="45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280160"/>
            <a:ext cx="8412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 1：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发件人 it-support@novacIoud.com（字母 I 冒充 l），主题“邮箱将在30分钟内停用”，链接文字是公司域名但悬停显示陌生短链。→ 危险：伪造域名 + 紧急威胁 + 陌生短链。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 2：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“长期合作供应商”从正常邮箱发来新银行账户通知并要求今天付款，语气正常、附 PDF。→ 危险：付款账户变更必须电话回拨已知号码核实。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对比：正常 vs 危险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011680" cy="45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280160"/>
            <a:ext cx="8412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 3（正常）：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 系统通知查看工资单，域名、链接和登录页均与书签一致，未索取验证码。→ 正常，可正常使用。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 4（危险）：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“CEO”出差中要求购买礼品卡并把卡号回复邮件，强调保密。→ 危险：紧急 + 保密 + 索要卡号，先电话核实。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互动题 1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011680" cy="45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280160"/>
            <a:ext cx="8412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你收到一封邮件：“您的邮箱将在 30 分钟内停用，点击此处登录以避免停用”。链接悬停显示陌生短链。你应该怎么做？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 立即点击链接登录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B. 转发给同事请他们帮忙看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C. 不点击、不回复，使用“报告钓鱼”按钮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D. 回复邮件询问详情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互动题 2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011680" cy="45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280160"/>
            <a:ext cx="8412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你刚在一封可疑邮件里输入了登录密码，最正确的做法是？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 假装没发生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B. 立即致电 IT 服务台 7000 并重置密码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C. 只告诉同桌同事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D. 等下次登录再说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答案页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011680" cy="45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280160"/>
            <a:ext cx="8412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互动题 1 答案：C。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不点击、不回复，使用“报告钓鱼”按钮。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互动题 2 答案：B。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已输入密码应立即致电 IT 服务台 7000 并重置密码。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2026-08-20T02:04:25Z</dcterms:created>
  <dcterms:modified xsi:type="dcterms:W3CDTF">2026-08-20T02:04:25Z</dcterms:modified>
</cp:coreProperties>
</file>