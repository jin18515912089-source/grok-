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投资 vs 概率调整收入（百万元）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初始投资</c:v>
                </c:pt>
              </c:strCache>
            </c:strRef>
          </c:tx>
          <c:spPr>
            <a:solidFill>
              <a:srgbClr val="595959"/>
            </a:solidFill>
          </c:spPr>
          <c:cat>
            <c:strRef>
              <c:f>Sheet1!$A$2:$A$4</c:f>
              <c:strCache>
                <c:ptCount val="3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概率调整第3年收入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14.3</c:v>
                </c:pt>
                <c:pt idx="1">
                  <c:v>14.4</c:v>
                </c:pt>
                <c:pt idx="2">
                  <c:v>14.3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先给决策请求。概率调整收入只用于横向比较，不代表期望利润。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强调框架先约束后比较，避免被单一指标（如 TAM 或第 3 年收入）主导。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22×0.65=14.3；18×0.8=14.4；26×0.55=14.3。每 1 元投资 = 概率调整收入/初始投资。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本页是一票否决逻辑的可视化。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只有一个主推荐。复议触发为建议值。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Gamma 不进入试点，因为收购无法用 0.8 试点验证。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投入分期为战略部建议，需财务模型确认。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增长战略选择：建议以 Beta（美国 B2B）为主方案，保留 Alpha 验证性试点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董事会决策材料 | 战略部 | 金额单位：百万元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237744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决策请求</a:t>
            </a:r>
          </a:p>
          <a:p>
            <a:r>
              <a:rPr sz="1500" b="1">
                <a:solidFill>
                  <a:srgbClr val="FFFFFF"/>
                </a:solidFill>
                <a:latin typeface="Microsoft YaHei"/>
              </a:rPr>
              <a:t>1. 批准 Beta 为唯一主方案，18 个月投资 3.0。</a:t>
            </a:r>
          </a:p>
          <a:p>
            <a:r>
              <a:rPr sz="1500" b="1">
                <a:solidFill>
                  <a:srgbClr val="FFFFFF"/>
                </a:solidFill>
                <a:latin typeface="Microsoft YaHei"/>
              </a:rPr>
              <a:t>2. 批准 Alpha（德国 D2C）0.8 验证性试点，设置明确终止标准。</a:t>
            </a:r>
          </a:p>
          <a:p>
            <a:r>
              <a:rPr sz="1500" b="1">
                <a:solidFill>
                  <a:srgbClr val="FFFFFF"/>
                </a:solidFill>
                <a:latin typeface="Microsoft YaHei"/>
              </a:rPr>
              <a:t>3. 不推进 Gamma（收购），12 个月后视融资条件复议。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  <a:latin typeface="Microsoft YaHei"/>
              </a:rPr>
              <a:t>• Beta 是唯一同时满足全部董事会约束的方案：投资 3 ≤ 8、盈亏平衡第 18 月 ≤ 24 月、成功概率最高（80%）、执行与监管风险均为低、可复用现有客户/渠道。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  <a:latin typeface="Microsoft YaHei"/>
              </a:rPr>
              <a:t>• Alpha 市场最大（TAM 900）但盈亏平衡第 30 月超出 24 月要求，且团队无跨境消费者运营经验——适合小额试点验证，不适合作主方案。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  <a:latin typeface="Microsoft YaHei"/>
              </a:rPr>
              <a:t>• Gamma 第 3 年收入最高（26）但初始投资 12 超出 8 的上限、必须另行融资、整合风险高、成功概率最低（55%）。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  <a:latin typeface="Microsoft YaHei"/>
              </a:rPr>
              <a:t>• 总承诺 3.0 + 0.8 = 3.8，占 18 个月投入上限 8 的 47.5%，保留 4.2 作为机动/加速资金。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评估框架：五个维度 + 四条董事会约束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任何方案必须先通过约束，再比较吸引力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  <a:gridCol w="2194560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衡量方式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口径说明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风险调整收入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第 3 年收入 × 成功概率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比较工具，不是期望利润；未扣成本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投资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初始投资（百万元）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与 18 个月 8 的上限比较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盈亏平衡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预计盈亏平衡月份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与 24 个月要求比较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成功概率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管理层给定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反映市场与执行不确定性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执行风险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监管风险、整合风险、渠道复用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定性三级：低/中/高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645920"/>
          <a:ext cx="5212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94560"/>
                <a:gridCol w="1920240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董事会约束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资金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未来 18 个月最多投入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Gamma（12）单独即超限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回收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24 个月内盈亏平衡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Alpha（第 30 月）不满足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团队无跨境消费者运营经验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Alpha 需要外部能力或先验证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融资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选 Gamma 必须另行融资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增加交易与时间不确定性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试点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可保留 ≤0.8 的验证性试点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为备选方案留出验证空间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62626"/>
                </a:solidFill>
                <a:latin typeface="Microsoft YaHei"/>
              </a:rPr>
              <a:t>方法：第一步按约束筛选（一票否决）；第二步在通过者中比较五个维度；第三步用试点额度处理未通过但有战略价值的方案。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定量比较：Beta 每 1 元投资对应的概率调整收入最高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概率调整收入 = 第 3 年收入 × 成功概率（比较工具）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6675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371600"/>
              </a:tblGrid>
              <a:tr h="467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Alpha 德国 D2C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Beta 美国 B2B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Gamma 收购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TAM / 市场 CAGR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900 / 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600 / 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450 /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初始投资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预计盈亏平衡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第 30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第 18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交割后即期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第 3 年收入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成功概率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概率调整第 3 年收入（测算）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14.3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14.4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14.3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每 1 元投资的概率调整收入（测算）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4.80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监管 / 整合风险 / 渠道复用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中 / 中 / 低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低 / 低 / 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中 / 高 / 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0" y="1645920"/>
          <a:ext cx="44805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5029200"/>
            <a:ext cx="4480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Microsoft YaHei"/>
              </a:rPr>
              <a:t>三方案概率调整收入几乎相同（14.3–14.4），差异在于付出的投资与时间：Beta 用 3 的投资、18 个月达到同等水平。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约束筛选与风险：只有 Beta 通过全部约束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通过 = ✔；不通过 = 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  <a:gridCol w="2834640"/>
                <a:gridCol w="2834640"/>
              </a:tblGrid>
              <a:tr h="4800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约束 / 风险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Alpha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Beta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Gamma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18 个月投入 ≤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✔（5）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✔（3）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✘（12，需另行融资）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24 个月内盈亏平衡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✘（第 30 月）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✔（第 18 月）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✔（即期，但取决于交割）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团队能力匹配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✘（无跨境消费者经验）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✔（渠道复用高）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△（整合能力未验证）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监管风险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低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整合/执行风险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成功概率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65%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80%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55%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筛选结论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不可为主方案；可试点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主方案候选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不可为主方案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Microsoft YaHei"/>
              </a:rPr>
              <a:t>Gamma 的“即期盈亏平衡”是收购既有业务的会计结果，不等于整合成功；其 55% 成功概率与高整合风险意味着最大下行。Alpha 的问题是时间与能力，不是市场吸引力。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推荐：Beta 为唯一主方案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为什么是 Beta，以及它不能给我们什么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推荐理由：投资最小（3）、回收最快（第 18 月）、成功概率最高（80%）、风险最低、渠道复用高——五个维度中四个领先。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增长质量：目标市场 CAGR 12% 为三者最高，弥补 TAM 较小（600）的不足。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Beta 不能给我们的：第 3 年收入绝对值最低（18 vs 22/26）；不打开消费者市场。因此以 Alpha 试点补足长期期权。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资金：18 个月内 Beta 3.0 + Alpha 试点 0.8 = 3.8，剩余 4.2 作为 Beta 加速或应急资金。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口径提醒：概率调整收入 14.4 是比较工具，不是期望利润；盈亏平衡与利润预测需在 90 天内以详细财务模型确认。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1645920"/>
          <a:ext cx="4114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65176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决策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主方案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Beta 美国 B2B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投资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3.0（18 个月）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盈亏平衡目标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第 18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复议触发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第 9 月收入低于计划 70%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备选与试点：Alpha 0.8 验证性试点，Gamma 暂不推进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试点是为了买信息，不是为了提前投入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  <a:gridCol w="4663440"/>
              </a:tblGrid>
              <a:tr h="5791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Alpha 试点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Gamma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验证跨境 D2C 能力与德国需求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暂不推进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预算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≤0.8（董事会试点上限）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期限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6 个月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12 个月后视融资条件复议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验证问题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① 获客成本与复购是否支持第 30 月盈亏平衡 ② 团队能否建立跨境运营能力（自建或合作）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① 是否可获得不影响主方案的融资 ② 整合能力是否可通过小型交易验证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继续/终止标准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第 6 月：单位经济模型达标且合规无重大障碍→提交正式方案；否则终止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融资条件不满足则不启动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62626"/>
                </a:solidFill>
                <a:latin typeface="Microsoft YaHei"/>
              </a:rPr>
              <a:t>试点纪律：0.8 为硬上限；试点期间不得追加；结束时只有“升级为正式方案”或“终止”两种结果。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18 个月实施路线图与治理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Beta 主线 + Alpha 试点 + 董事会检查点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83664"/>
                <a:gridCol w="1883664"/>
                <a:gridCol w="1883664"/>
                <a:gridCol w="1883664"/>
                <a:gridCol w="1883664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M1–M3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M4–M6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M7–M9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M10–M12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M13–M18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Beta 主线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团队组建、渠道协议、产品适配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上市；首批 B2B 客户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规模化销售；第 9 月检查点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运营优化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达到盈亏平衡（第 18 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Beta 投入（累计）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Alpha 试点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合规与合作方评估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小规模上线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结果评估，升级/终止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试点投入（累计）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0.6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董事会检查点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季度更新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季度更新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★ 试点去留 + Beta 进度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季度更新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★ 盈亏平衡确认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93776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总投入 3.8 ≤ 8；分阶段投入与检查点绑定，任一检查点未达标即冻结后续投入。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第 9 月：Beta 收入低于计划 70% 或 Alpha 未达单位经济目标 → 触发复议。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第 18 月：确认 Beta 盈亏平衡；同时评估是否以剩余额度启动 Alpha 正式方案或重新评估 Gamma。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