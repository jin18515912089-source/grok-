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本页是全套材料的边界：所有话术必须源自这些事实。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ICP 直接来自产品与客户事实，未添加行业外案例。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每次发现会议至少覆盖 1–4 与 6–8。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证据只有一条，必须带样本、窗口和未审计限定。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任何超过 15% 的折扣请求直接拒绝，无例外。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异议处理不引入新证据或新条款。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本页作为销售自检清单打印使用。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FocusFlow Enterprise 销售赋能：找对客户、讲清价值、稳妥报价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产品营销 | 面向销售团队 | 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05256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要素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一句话定位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面向 500 人以上专业服务与软件企业的跨团队执行可见性平台：会议纪要自动转行动项，跨项目仪表板让管理者看见阻塞。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目标买方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COO、IT 负责人、部门负责人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核心痛点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跨团队任务不可见；会议后行动丢失；管理者无法判断项目阻塞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可用证据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12 家试点客户中位数：逾期行动项下降 22%（8 周窗口，样本未经独立审计）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安全与合规事实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SSO、审计日志、数据驻留可选新加坡或法兰克福；尚未取得 HIPAA 认证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话术红线：不得说“保证提升生产率”“完全合规”；不得引用未提供的客户案例；不得暗示已具备 HIPAA 认证。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理想客户画像（ICP）与不适合的信号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把时间花在最可能成交、也最可能成功的客户上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20640"/>
                <a:gridCol w="4663440"/>
              </a:tblGrid>
              <a:tr h="5791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适合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谨慎/不适合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≥500 人（标准版最低 500 席；Enterprise Plus 最低 800 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&lt;500 人：无法满足最低席位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行业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专业服务、软件企业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需要 HIPAA 认证的医疗场景：尚未取得，勿承诺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买方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COO / IT / 部门负责人，且三方之一已在推动“执行可见性”议题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仅由个人贡献者驱动、无管理层赞助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痛点信号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会议多、跨团队项目多、管理层抱怨“不知道卡在哪”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单团队、流程简单、现有工具满足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数据要求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需要新加坡或法兰克福驻留、SSO、审计日志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要求其他区域驻留：需先确认（未知）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资格判断：规模 ≥500 + 有管理层买方 + 存在跨团队可见性痛点，三者齐备才进入演示阶段。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发现问题清单：首次会议要问的 10 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目的：确认痛点、量化现状、识别决策链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852160"/>
                <a:gridCol w="5029200"/>
              </a:tblGrid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想听到什么 / 记录什么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贵公司同时推进的跨团队项目大概有多少个？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规模与复杂度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会议结束后，行动项通常记录在哪里？多久后有人跟进？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“会议后行动丢失”是否存在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管理者如何知道某个项目卡住了？通常多久才发现？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“无法判断阻塞”的具体成本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上季度有没有因为任务不可见造成的延误或返工？能举一个例子吗？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可量化的痛点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目前使用哪些项目管理或协作工具？各覆盖哪些团队？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现有工具边界（为异议做准备）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登录与权限是否需要 SSO？审计日志是否是采购要求？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IT 要求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数据需要驻留在哪个区域？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新加坡/法兰克福可满足；其他区域需确认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是否有 HIPAA 或其他行业认证要求？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若有 HIPAA：如实告知尚未取得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预计上线用户规模？是否会分阶段？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匹配 500/800 席最低门槛与试用 100 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这个议题的决策人是谁？预算周期是什么？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决策链与时间线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价值讲述：痛点 → 功能 → 可说的证据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只说有事实支撑的话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3657600"/>
                <a:gridCol w="283464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客户痛点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对应功能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可以怎么说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不能怎么说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会议后行动丢失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会议纪要自动转行动项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“会议结束时行动项已经生成并分配”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“再也不会丢任何行动项”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跨团队任务不可见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跨项目仪表板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“管理者在一个视图里看到各项目的状态与阻塞”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“保证提升生产率”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管理者无法判断阻塞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跨项目仪表板（阻塞视图）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“阻塞在仪表板中显性化，便于及早介入”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承诺具体的效率提升百分比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IT 安全与合规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SSO、审计日志、新加坡/法兰克福数据驻留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“支持 SSO 与审计日志；可选择新加坡或法兰克福驻留”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“完全合规”“已有 HIPAA 认证”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证据的标准表述：“在 12 家试点客户中，逾期行动项的中位数下降了 22%（8 周统计窗口）。该结果来自试点数据，未经独立审计。”——必须完整带上限定。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定价、折扣审批与试用条款（必须准确）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所有报价以本页为准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标准版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Enterprise Plus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单价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每用户每月 18 美元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每用户每月 25 美元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最低席位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500 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800 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付款方式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按年预付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按年预付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最低年度合同额（测算）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 × 500 × 12 = 108,000 美元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25 × 800 × 12 = 240,000 美元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包含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核心功能、SSO、审计日志、数据驻留可选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另含高级审计与专属成功经理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645920"/>
          <a:ext cx="4297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折扣区间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审批人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≤8%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销售可自行批准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8%–15%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需销售副总裁批准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&gt;15%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不允许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56616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试用：30 天，最多 100 席，不含生产数据迁移。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试用不改变最低席位：转正式合同时仍需满足 500/800 席。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报价示例（测算）：600 席标准版 = 18×600×12 = 129,600 美元/年；若给 8% 折扣 = 119,232 美元。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异议处理：四个常见异议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承认 → 澄清 → 用事实回应 → 建议下一步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3017520"/>
              </a:tblGrid>
              <a:tr h="8412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异议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回应要点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“我们已经有项目管理工具了”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承认现有工具的价值；澄清其覆盖范围（发现问题 5）；FocusFlow 解决的是跨团队、跨项目的可见性与会议后行动落地，通常是现有工具的边界。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邀请 IT 与 COO 一起看跨项目仪表板演示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“担心数据迁移”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试用不含生产数据迁移，可先用真实会议流程验证；正式实施的迁移范围与方式需与实施团队确认（本页不做承诺）。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安排实施团队参与范围讨论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“员工不愿再学新工具”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行动项在会议结束时自动生成，员工的主要交互是确认与更新；用试点客户的采用情况说明，但不得承诺采用率。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提出 30 天、≤100 席的试用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“价格高”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回到痛点成本（发现问题 4）；说明最低席位与年预付结构；折扣按审批表执行，≤8% 可当场确认，8%–15% 需副总裁批准，&gt;15% 不允许。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提交带审批路径的正式报价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销售流程、下一步与合规清单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从首次会议到签约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201168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动作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 资格确认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ICP 三要素 + 发现问题清单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资格判定记录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 演示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围绕 2–3 个客户自己描述的痛点演示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演示后的价值假设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 试用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30 天、≤100 席、不含生产数据迁移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试用成功标准（客户确认）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 报价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按定价页；折扣按审批表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正式报价单 + 审批记录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 签约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年预付；最低席位 500/800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合规自检（发出任何材料前）：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没有“保证提升生产率”“完全合规”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没有未提供的客户名称或案例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证据带“12 家试点、中位数、8 周、未经独立审计”限定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HIPAA：如实说明尚未取得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折扣未超过审批权限</a:t>
            </a:r>
          </a:p>
          <a:p>
            <a:pPr lvl="1">
              <a:spcAft>
                <a:spcPts val="600"/>
              </a:spcAft>
            </a:pPr>
            <a:r>
              <a:rPr sz="1000">
                <a:solidFill>
                  <a:srgbClr val="595959"/>
                </a:solidFill>
                <a:latin typeface="Microsoft YaHei"/>
              </a:rPr>
              <a:t>– 数据驻留只说新加坡/法兰克福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