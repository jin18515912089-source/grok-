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t>区域收入（从 0 起）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 收入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北美</c:v>
                </c:pt>
                <c:pt idx="1">
                  <c:v>欧洲</c:v>
                </c:pt>
                <c:pt idx="2">
                  <c:v>亚太</c:v>
                </c:pt>
                <c:pt idx="3">
                  <c:v>拉美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</c:v>
                </c:pt>
                <c:pt idx="1">
                  <c:v>8.0</c:v>
                </c:pt>
                <c:pt idx="2">
                  <c:v>6.0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收入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北美</c:v>
                </c:pt>
                <c:pt idx="1">
                  <c:v>欧洲</c:v>
                </c:pt>
                <c:pt idx="2">
                  <c:v>亚太</c:v>
                </c:pt>
                <c:pt idx="3">
                  <c:v>拉美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14.4</c:v>
                </c:pt>
                <c:pt idx="1">
                  <c:v>8.4</c:v>
                </c:pt>
                <c:pt idx="2">
                  <c:v>5.4</c:v>
                </c:pt>
                <c:pt idx="3">
                  <c:v>2.8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t>增量拆解（+3.0）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Q2−Q1 增量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北美</c:v>
                </c:pt>
                <c:pt idx="1">
                  <c:v>欧洲</c:v>
                </c:pt>
                <c:pt idx="2">
                  <c:v>亚太</c:v>
                </c:pt>
                <c:pt idx="3">
                  <c:v>拉美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0.4</c:v>
                </c:pt>
                <c:pt idx="2">
                  <c:v>-0.6</c:v>
                </c:pt>
                <c:pt idx="3">
                  <c:v>0.8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t>产品收入结构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</c:v>
                </c:pt>
                <c:pt idx="1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Legacy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</c:v>
                </c:pt>
                <c:pt idx="1">
                  <c:v>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QUARTERLY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Q2 区域销售回顾：增长来自北美伙伴，质量卡在毛利与亚太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Q2 总收入 31.0 百万元，环比 +10.7%（Q1 28.0）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增量 80% 来自北美 +2.4；亚太 −10.0%，日本换渠道流失 1.1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Q2 加权毛利率测算 52.4%，仅高于 52% 底线 0.4 个百分点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下季硬门槛：收入 ≥33.48 且整体毛利率 ≥52%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Q2 区域销售回顾 ｜ 可编辑 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区域趋势：北美贡献了增长的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金额：百万元人民币；柱状图坐标从 0 起，不截断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5760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0584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Q1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Q2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环比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欧洲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8.4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+0.4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+5.0%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亚太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拉美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+0.8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+40.0%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05156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3520440"/>
          <a:ext cx="576072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434340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事实：北美增长主要来自两个渠道伙伴；拉美从较小基数增长；亚太在日本渠道更换期间流失 1.1。若无该流失，亚太应为 6.5，将高于 Q1。不要把 1.1 从 5.4 里再扣一次。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Q2 区域销售回顾 ｜ 可编辑 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产品组合与毛利：整体毛利只剩 0.4 个百分点缓冲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Q2 毛利测算 = Σ(收入×毛利率)；Q1 各产品毛利率未知，故不画 Q1 毛利对比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67665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760"/>
                <a:gridCol w="1127760"/>
                <a:gridCol w="1127760"/>
                <a:gridCol w="1127760"/>
                <a:gridCol w="1127760"/>
                <a:gridCol w="112776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Q1 收入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Q2 收入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环比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Q2 毛利率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Q2 毛利测算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Growth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+14.3%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3.84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Legacy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+10.7%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52.4%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16.25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223760" y="1051560"/>
          <a:ext cx="44805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474720"/>
            <a:ext cx="6675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公式：(18×0.62 + 8×0.48 + 5×0.25) / 31 = 16.25 / 31 = 52.419% ≈ 52.4%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Q2 结构：Core 58.1% / Growth 25.8% / Legacy 16.1%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Legacy 计划在未来两个季度停止新增销售（计划，非已实现）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区域合计与产品合计 Q1=28、Q2=31，勾稽通过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Q2 区域销售回顾 ｜ 可编辑 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问题诊断：8% 增长与 52% 毛利会互相打架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不得把渠道伙伴增长写成可无限复制的因果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增长过度集中北美两伙伴——集中度风险；题内无伙伴合同细节。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亚太日本渠道更换是已知流失 1.1，是否已稳定未知。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Legacy 停新增：收入可能继续掉；若用低毛利折扣填坑会再压 GM。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测算：若 Q3=33.48 且 Legacy 维持 5.0、毛利率结构同 Q2，则非 Legacy 需 28.48；Q2 非 Legacy 为 26.0，还需 +2.48。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欧洲仅 +5.0%，低于公司 8% 目标，列为第三优先级。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拉美增速高但无分区域毛利，不能用低价换量。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Q2 区域销售回顾 ｜ 可编辑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下季优先级：亚太修复 &gt; 毛利守线 &gt; 北美伙伴扩量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任何折扣申请先过毛利测算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现在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天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天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亚太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日本渠道替换后客户回流清单，先止住环比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锁定流失客户名单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一对一挽回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区域止跌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毛利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 Legacy 新增；存量只续不扩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冻结新售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Core/Growth 配额对齐 33.48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GM≥52%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北美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两伙伴打成可复制 playbook，设集中度上限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复盘伙伴贡献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上限待负责人定（题内无）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降低单点依赖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欧洲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低于 8% 目标，第三优先级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诊断缺口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补管道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追平公司增速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拉美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保持增速，不用低价换量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毛利未知，先观察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禁止无毛利测算折扣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小基数扩张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Q2 区域销售回顾 ｜ 可编辑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附录：数据、公式与未知项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图表坐标均从 0 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数据源：I06-A 区域收入、I06-B Q2 产品组合、I06-C 经营背景。单位：百万元。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测算毛利率公式：Σ(收入×毛利率)/Σ收入 = 16.25/31 = 52.419%。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Q3 收入门槛：31.0 × 1.08 = 33.48。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未知：分区域毛利、伙伴收入拆分、日本可恢复金额、Q1 产品毛利率。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管理层摘要：Q2 收入 31.0 百万元，环比 +10.7%。增长 80% 来自北美（+2.4，渠道伙伴），拉美 +40% 基数小；亚太 −10.0%，日本换渠道流失 1.1 百万元。Q2 毛利率测算 52.4%，仅高于 52% 底线 0.4 个百分点；Legacy 毛利率 25% 且将停新增。下季要同时做到收入 ≥33.48 且毛利率 ≥52%，必须先修复亚太并压降 Legacy 混比。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Q2 区域销售回顾 ｜ 可编辑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